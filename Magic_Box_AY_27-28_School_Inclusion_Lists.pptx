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101" y="-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2373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1460175" cy="1737360"/>
          </a:xfrm>
          <a:prstGeom prst="roundRect">
            <a:avLst>
              <a:gd name="adj" fmla="val 6316"/>
            </a:avLst>
          </a:prstGeom>
          <a:solidFill>
            <a:srgbClr val="F297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INVENT'RE  ·  SCHOOL UNIFORM &amp; MERCHANDISE PROGRAM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Box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2027–28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School-wise Inclusion Lists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2712568" cy="713232"/>
          </a:xfrm>
          <a:prstGeom prst="roundRect">
            <a:avLst>
              <a:gd name="adj" fmla="val 7692"/>
            </a:avLst>
          </a:prstGeom>
          <a:solidFill>
            <a:srgbClr val="FFF3E8"/>
          </a:solidFill>
          <a:ln w="15875">
            <a:solidFill>
              <a:srgbClr val="F3B2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73152" cy="713232"/>
          </a:xfrm>
          <a:prstGeom prst="rect">
            <a:avLst/>
          </a:prstGeom>
          <a:solidFill>
            <a:srgbClr val="EB7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66928" y="2404872"/>
            <a:ext cx="2392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15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624328"/>
            <a:ext cx="239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3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52648" y="2331720"/>
            <a:ext cx="2712568" cy="713232"/>
          </a:xfrm>
          <a:prstGeom prst="roundRect">
            <a:avLst>
              <a:gd name="adj" fmla="val 7692"/>
            </a:avLst>
          </a:prstGeom>
          <a:solidFill>
            <a:srgbClr val="FFF3E8"/>
          </a:solidFill>
          <a:ln w="15875">
            <a:solidFill>
              <a:srgbClr val="F3B2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352648" y="2331720"/>
            <a:ext cx="73152" cy="713232"/>
          </a:xfrm>
          <a:prstGeom prst="rect">
            <a:avLst/>
          </a:prstGeom>
          <a:solidFill>
            <a:srgbClr val="EB7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553816" y="2404872"/>
            <a:ext cx="2392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15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553816" y="2624328"/>
            <a:ext cx="239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3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3172968"/>
            <a:ext cx="2712568" cy="713232"/>
          </a:xfrm>
          <a:prstGeom prst="roundRect">
            <a:avLst>
              <a:gd name="adj" fmla="val 7692"/>
            </a:avLst>
          </a:prstGeom>
          <a:solidFill>
            <a:srgbClr val="FFF3E8"/>
          </a:solidFill>
          <a:ln w="15875">
            <a:solidFill>
              <a:srgbClr val="F3B2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3172968"/>
            <a:ext cx="73152" cy="713232"/>
          </a:xfrm>
          <a:prstGeom prst="rect">
            <a:avLst/>
          </a:prstGeom>
          <a:solidFill>
            <a:srgbClr val="EB7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66928" y="3246120"/>
            <a:ext cx="2392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15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465576"/>
            <a:ext cx="239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7A3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Winmore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52648" y="3172968"/>
            <a:ext cx="2712568" cy="713232"/>
          </a:xfrm>
          <a:prstGeom prst="roundRect">
            <a:avLst>
              <a:gd name="adj" fmla="val 7692"/>
            </a:avLst>
          </a:prstGeom>
          <a:solidFill>
            <a:srgbClr val="FFF3E8"/>
          </a:solidFill>
          <a:ln w="15875">
            <a:solidFill>
              <a:srgbClr val="F3B2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352648" y="3172968"/>
            <a:ext cx="73152" cy="713232"/>
          </a:xfrm>
          <a:prstGeom prst="rect">
            <a:avLst/>
          </a:prstGeom>
          <a:solidFill>
            <a:srgbClr val="EB7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3553816" y="3246120"/>
            <a:ext cx="2392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15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553816" y="3465576"/>
            <a:ext cx="239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3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CWS AG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5760" y="4014216"/>
            <a:ext cx="2712568" cy="713232"/>
          </a:xfrm>
          <a:prstGeom prst="roundRect">
            <a:avLst>
              <a:gd name="adj" fmla="val 7692"/>
            </a:avLst>
          </a:prstGeom>
          <a:solidFill>
            <a:srgbClr val="FFF3E8"/>
          </a:solidFill>
          <a:ln w="15875">
            <a:solidFill>
              <a:srgbClr val="F3B2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65760" y="4014216"/>
            <a:ext cx="73152" cy="713232"/>
          </a:xfrm>
          <a:prstGeom prst="rect">
            <a:avLst/>
          </a:prstGeom>
          <a:solidFill>
            <a:srgbClr val="EB7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566928" y="4087368"/>
            <a:ext cx="2392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15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05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4306824"/>
            <a:ext cx="239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3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52648" y="4014216"/>
            <a:ext cx="2712568" cy="713232"/>
          </a:xfrm>
          <a:prstGeom prst="roundRect">
            <a:avLst>
              <a:gd name="adj" fmla="val 7692"/>
            </a:avLst>
          </a:prstGeom>
          <a:solidFill>
            <a:srgbClr val="FFF3E8"/>
          </a:solidFill>
          <a:ln w="15875">
            <a:solidFill>
              <a:srgbClr val="F3B2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352648" y="4014216"/>
            <a:ext cx="73152" cy="713232"/>
          </a:xfrm>
          <a:prstGeom prst="rect">
            <a:avLst/>
          </a:prstGeom>
          <a:solidFill>
            <a:srgbClr val="EB7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3553816" y="4087368"/>
            <a:ext cx="2392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15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06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553816" y="4306824"/>
            <a:ext cx="239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3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5760" y="4855464"/>
            <a:ext cx="2712568" cy="713232"/>
          </a:xfrm>
          <a:prstGeom prst="roundRect">
            <a:avLst>
              <a:gd name="adj" fmla="val 7692"/>
            </a:avLst>
          </a:prstGeom>
          <a:solidFill>
            <a:srgbClr val="FFF3E8"/>
          </a:solidFill>
          <a:ln w="15875">
            <a:solidFill>
              <a:srgbClr val="F3B2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65760" y="4855464"/>
            <a:ext cx="73152" cy="713232"/>
          </a:xfrm>
          <a:prstGeom prst="rect">
            <a:avLst/>
          </a:prstGeom>
          <a:solidFill>
            <a:srgbClr val="EB7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566928" y="4928616"/>
            <a:ext cx="2392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15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07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5148072"/>
            <a:ext cx="239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3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YIPS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85255" y="2331720"/>
            <a:ext cx="5440680" cy="1737360"/>
          </a:xfrm>
          <a:prstGeom prst="roundRect">
            <a:avLst>
              <a:gd name="adj" fmla="val 3158"/>
            </a:avLst>
          </a:prstGeom>
          <a:solidFill>
            <a:srgbClr val="EAF6FC"/>
          </a:solidFill>
          <a:ln w="15875">
            <a:solidFill>
              <a:srgbClr val="A9D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6586423" y="2450592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6423" y="276148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BEE7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6879031" y="270662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9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in blue header are new inclusions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586423" y="314553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EB7A2E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6879031" y="30906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9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headings (Uniform / Books / Merchandise / New Additions)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586423" y="3529584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BDCC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6879031" y="34747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9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Item-level headings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85255" y="420624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FF3E8"/>
          </a:solidFill>
          <a:ln w="15875">
            <a:solidFill>
              <a:srgbClr val="F3B2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 txBox="1"/>
          <p:nvPr/>
        </p:nvSpPr>
        <p:spPr>
          <a:xfrm>
            <a:off x="6586423" y="4343400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15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DECK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586423" y="4617720"/>
            <a:ext cx="5038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contains one slide per school, listing that school's complete Magic Box inclusions across Uniform, Books, Merchandise and New Additions, grouped by Section and Grade. Item counts (pairs / sets / nos) are as issued per student for the academic year.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A9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INVENT'RE   |   MAGIC BOX   |   AY 2027–28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60175" cy="777240"/>
          </a:xfrm>
          <a:prstGeom prst="roundRect">
            <a:avLst>
              <a:gd name="adj" fmla="val 9412"/>
            </a:avLst>
          </a:prstGeom>
          <a:solidFill>
            <a:srgbClr val="F297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32918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BOX — COMPLETE INCLUSION LIST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22815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722815" y="457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2027–28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70432"/>
          <a:ext cx="11460172" cy="5029195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95835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Uniform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Books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Merchandise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New Additions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Regular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Sports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475F"/>
                          </a:solidFill>
                        </a:rPr>
                        <a:t>Regular Socks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Belts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Bloomers/Tights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Caps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Text Books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Note Books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Stationary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Bags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Shoe (Regular)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475F"/>
                          </a:solidFill>
                        </a:rPr>
                        <a:t>Shoe (Sports) Extra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475F"/>
                          </a:solidFill>
                        </a:rPr>
                        <a:t>1 Top (Regular) Extra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475F"/>
                          </a:solidFill>
                        </a:rPr>
                        <a:t>1 Top (Sports) Extra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835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Pre-Primary (SeeSaw)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Nursery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(Boys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LKG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(Boys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UKG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(Boys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835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Primary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1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(Boys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2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(Boys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3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(Boys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4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(Boys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5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(Boys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835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Secondary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6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7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8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9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10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5835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Higher Secondary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11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12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6355080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EAF6FC"/>
          </a:solidFill>
          <a:ln w="12700">
            <a:solidFill>
              <a:srgbClr val="A9D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93776" y="643737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BEE7F5"/>
          </a:solidFill>
          <a:ln w="6350">
            <a:solidFill>
              <a:srgbClr val="9FD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731520" y="635508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9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in blue header are new inclusions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082735" y="63550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9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  •   Slide 1 of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60175" cy="777240"/>
          </a:xfrm>
          <a:prstGeom prst="roundRect">
            <a:avLst>
              <a:gd name="adj" fmla="val 9412"/>
            </a:avLst>
          </a:prstGeom>
          <a:solidFill>
            <a:srgbClr val="F297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32918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BOX — COMPLETE INCLUSION LIST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22815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722815" y="457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2027–28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70432"/>
          <a:ext cx="11460172" cy="5029195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95835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Uniform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Books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Merchandise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New Additions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Regular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Sports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475F"/>
                          </a:solidFill>
                        </a:rPr>
                        <a:t>Regular Socks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Belts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Bloomers/Tights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Caps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Text Books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Note Books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Stationary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Bags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Shoe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475F"/>
                          </a:solidFill>
                        </a:rPr>
                        <a:t>Shoe (Sports) Extra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475F"/>
                          </a:solidFill>
                        </a:rPr>
                        <a:t>1 Top (Regular) Extra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475F"/>
                          </a:solidFill>
                        </a:rPr>
                        <a:t>1 Top (Sports) Extra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835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Pre-Primary (SeeSaw)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Nursery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(Boys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LKG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(Boys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UKG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(Boys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835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Primary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1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2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3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4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5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835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Secondary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6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7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8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9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10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5835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Higher Secondary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11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12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6355080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EAF6FC"/>
          </a:solidFill>
          <a:ln w="12700">
            <a:solidFill>
              <a:srgbClr val="A9D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93776" y="643737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BEE7F5"/>
          </a:solidFill>
          <a:ln w="6350">
            <a:solidFill>
              <a:srgbClr val="9FD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731520" y="635508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9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in blue header are new inclusions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082735" y="63550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9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  •   Slide 2 of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60175" cy="777240"/>
          </a:xfrm>
          <a:prstGeom prst="roundRect">
            <a:avLst>
              <a:gd name="adj" fmla="val 9412"/>
            </a:avLst>
          </a:prstGeom>
          <a:solidFill>
            <a:srgbClr val="F297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32918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Winmore Whitefield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BOX — COMPLETE INCLUSION LIST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22815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722815" y="457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2027–28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70432"/>
          <a:ext cx="11460172" cy="46634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10896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Uniform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Books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Merchandise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New Additions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Regular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Sports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475F"/>
                          </a:solidFill>
                        </a:rPr>
                        <a:t>Regular Socks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Belts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Bloomers/Tights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Caps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Text Books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Note Books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Stationary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Bags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Shoe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475F"/>
                          </a:solidFill>
                        </a:rPr>
                        <a:t>Shoe (Sports)Extra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475F"/>
                          </a:solidFill>
                        </a:rPr>
                        <a:t>1 Top (Regular) Extra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475F"/>
                          </a:solidFill>
                        </a:rPr>
                        <a:t>1 Top (Sports) Extra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Pre-Primary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Nursery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LKG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UKG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Primary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1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2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3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4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5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Secondary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6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7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8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9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10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6355080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EAF6FC"/>
          </a:solidFill>
          <a:ln w="12700">
            <a:solidFill>
              <a:srgbClr val="A9D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93776" y="643737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BEE7F5"/>
          </a:solidFill>
          <a:ln w="6350">
            <a:solidFill>
              <a:srgbClr val="9FD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731520" y="635508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9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in blue header are new inclusions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082735" y="63550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9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Winmore Whitefield   •   Slide 3 of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60175" cy="777240"/>
          </a:xfrm>
          <a:prstGeom prst="roundRect">
            <a:avLst>
              <a:gd name="adj" fmla="val 9412"/>
            </a:avLst>
          </a:prstGeom>
          <a:solidFill>
            <a:srgbClr val="F297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32918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CWS AG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BOX — COMPLETE INCLUSION LIST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22815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722815" y="457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2027–28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70432"/>
          <a:ext cx="11460172" cy="46634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10896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Uniform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Books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Merchandise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New Additions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Regular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Sports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Regular Socks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Belts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Bloomers/Tights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Caps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Text Books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Note Books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Stationary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Bags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Shoe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475F"/>
                          </a:solidFill>
                        </a:rPr>
                        <a:t>Shoe (Sports)Extra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475F"/>
                          </a:solidFill>
                        </a:rPr>
                        <a:t>1 Top (Regular) Extra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475F"/>
                          </a:solidFill>
                        </a:rPr>
                        <a:t>1 Top (Sports) Extra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Pre-Primary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Nursery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LKG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UKG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Primary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1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2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3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4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5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Secondary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6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7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8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9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10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6355080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EAF6FC"/>
          </a:solidFill>
          <a:ln w="12700">
            <a:solidFill>
              <a:srgbClr val="A9D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93776" y="643737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BEE7F5"/>
          </a:solidFill>
          <a:ln w="6350">
            <a:solidFill>
              <a:srgbClr val="9FD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731520" y="635508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9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in blue header are new inclusions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082735" y="63550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9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CWS AG   •   Slide 4 of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60175" cy="777240"/>
          </a:xfrm>
          <a:prstGeom prst="roundRect">
            <a:avLst>
              <a:gd name="adj" fmla="val 9412"/>
            </a:avLst>
          </a:prstGeom>
          <a:solidFill>
            <a:srgbClr val="F297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32918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BOX — COMPLETE INCLUSION LIST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22815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722815" y="457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2027–28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70432"/>
          <a:ext cx="11460180" cy="5029195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8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8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8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8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78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785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785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785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1785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95835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Uniform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Books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Merchandise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New Additions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Regular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Sports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475F"/>
                          </a:solidFill>
                        </a:rPr>
                        <a:t>Socks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Belts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Text Books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Note Books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Stationary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Bags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Shoe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475F"/>
                          </a:solidFill>
                        </a:rPr>
                        <a:t>Shoe (Sports) Extra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475F"/>
                          </a:solidFill>
                        </a:rPr>
                        <a:t>1 Top (Regular) Extra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475F"/>
                          </a:solidFill>
                        </a:rPr>
                        <a:t>1 Top (Sports) Extra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835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Pre-Primary (SeeSaw)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Nursery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LKG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UKG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835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Primary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1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2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3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4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5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835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Secondary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6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7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8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9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10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5835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Higher Secondary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11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12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6355080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EAF6FC"/>
          </a:solidFill>
          <a:ln w="12700">
            <a:solidFill>
              <a:srgbClr val="A9D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93776" y="643737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BEE7F5"/>
          </a:solidFill>
          <a:ln w="6350">
            <a:solidFill>
              <a:srgbClr val="9FD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731520" y="635508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9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in blue header are new inclusions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082735" y="63550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9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TSUS   •   Slide 5 of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60175" cy="777240"/>
          </a:xfrm>
          <a:prstGeom prst="roundRect">
            <a:avLst>
              <a:gd name="adj" fmla="val 9412"/>
            </a:avLst>
          </a:prstGeom>
          <a:solidFill>
            <a:srgbClr val="F297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32918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BOX — COMPLETE INCLUSION LIST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22815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722815" y="457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2027–28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325313"/>
              </p:ext>
            </p:extLst>
          </p:nvPr>
        </p:nvGraphicFramePr>
        <p:xfrm>
          <a:off x="365760" y="1170432"/>
          <a:ext cx="11460172" cy="2798064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70101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10896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Uniform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Books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Merchandise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New Additions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Regular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Sports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Regular </a:t>
                      </a:r>
                      <a:r>
                        <a:rPr lang="en-US" sz="800" b="1" kern="1200" dirty="0">
                          <a:solidFill>
                            <a:srgbClr val="10475F"/>
                          </a:solidFill>
                          <a:latin typeface="+mn-lt"/>
                          <a:ea typeface="+mn-ea"/>
                          <a:cs typeface="+mn-cs"/>
                        </a:rPr>
                        <a:t>Socks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Belts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Bloomers/Tights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Caps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Text Books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Note Books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Stationary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Bags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Shoe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475F"/>
                          </a:solidFill>
                        </a:rPr>
                        <a:t>Shoe (Sports)Extra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475F"/>
                          </a:solidFill>
                        </a:rPr>
                        <a:t>1 Top (Regular) Extra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475F"/>
                          </a:solidFill>
                        </a:rPr>
                        <a:t>1 Top (Sports) Extra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Primary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1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2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3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4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5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Secondary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6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7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(Girls Only)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365760" y="6355080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EAF6FC"/>
          </a:solidFill>
          <a:ln w="12700">
            <a:solidFill>
              <a:srgbClr val="A9D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93776" y="643737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BEE7F5"/>
          </a:solidFill>
          <a:ln w="6350">
            <a:solidFill>
              <a:srgbClr val="9FD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731520" y="635508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9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in blue header are new inclusions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082735" y="63550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9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   •   Slide 6 of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60175" cy="777240"/>
          </a:xfrm>
          <a:prstGeom prst="roundRect">
            <a:avLst>
              <a:gd name="adj" fmla="val 9412"/>
            </a:avLst>
          </a:prstGeom>
          <a:solidFill>
            <a:srgbClr val="F297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32918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YIPS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BOX — COMPLETE INCLUSION LIST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22815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722815" y="457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2027–28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210971"/>
              </p:ext>
            </p:extLst>
          </p:nvPr>
        </p:nvGraphicFramePr>
        <p:xfrm>
          <a:off x="385215" y="1156655"/>
          <a:ext cx="11460188" cy="2878328"/>
        </p:xfrm>
        <a:graphic>
          <a:graphicData uri="http://schemas.openxmlformats.org/drawingml/2006/table">
            <a:tbl>
              <a:tblPr/>
              <a:tblGrid>
                <a:gridCol w="753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6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3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36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36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6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36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36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36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363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736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363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7363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73634">
                  <a:extLst>
                    <a:ext uri="{9D8B030D-6E8A-4147-A177-3AD203B41FA5}">
                      <a16:colId xmlns:a16="http://schemas.microsoft.com/office/drawing/2014/main" val="3674788033"/>
                    </a:ext>
                  </a:extLst>
                </a:gridCol>
                <a:gridCol w="673634">
                  <a:extLst>
                    <a:ext uri="{9D8B030D-6E8A-4147-A177-3AD203B41FA5}">
                      <a16:colId xmlns:a16="http://schemas.microsoft.com/office/drawing/2014/main" val="889552519"/>
                    </a:ext>
                  </a:extLst>
                </a:gridCol>
                <a:gridCol w="673634">
                  <a:extLst>
                    <a:ext uri="{9D8B030D-6E8A-4147-A177-3AD203B41FA5}">
                      <a16:colId xmlns:a16="http://schemas.microsoft.com/office/drawing/2014/main" val="1358127037"/>
                    </a:ext>
                  </a:extLst>
                </a:gridCol>
              </a:tblGrid>
              <a:tr h="310896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Uniform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Books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Merchandise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New Additions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7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Regular ( Shirt + Half pant/ Skirt)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Sports ( Sports T-shirt+Shorts)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Regular Socks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Belts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Caps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Scarf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Text Books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Note Books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Stationary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Bags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Bottle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Shoe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475F"/>
                          </a:solidFill>
                        </a:rPr>
                        <a:t>Shoe (Sports)Extra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475F"/>
                          </a:solidFill>
                        </a:rPr>
                        <a:t>1 Top (Regular) Extra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475F"/>
                          </a:solidFill>
                        </a:rPr>
                        <a:t>1 Top (Sports) Extra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 rowSpan="7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Primary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1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2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Pairs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3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Pairs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4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Pairs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5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2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Pairs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6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3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Pairs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7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Pairs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pair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6355080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EAF6FC"/>
          </a:solidFill>
          <a:ln w="12700">
            <a:solidFill>
              <a:srgbClr val="A9D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6"/>
          <p:cNvSpPr/>
          <p:nvPr/>
        </p:nvSpPr>
        <p:spPr>
          <a:xfrm>
            <a:off x="493776" y="643737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BEE7F5"/>
          </a:solidFill>
          <a:ln w="6350">
            <a:solidFill>
              <a:srgbClr val="9FD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731520" y="635508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9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in blue header are new inclusions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082735" y="63550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9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YIPS   •   Slide 7 of 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87628-D754-C844-5377-CFCB83902B10}"/>
              </a:ext>
            </a:extLst>
          </p:cNvPr>
          <p:cNvSpPr txBox="1"/>
          <p:nvPr/>
        </p:nvSpPr>
        <p:spPr>
          <a:xfrm>
            <a:off x="453309" y="691092"/>
            <a:ext cx="769457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1600" dirty="0"/>
              <a:t>Add new MRP OF TOTAL KIT – 10% INCREASE SP ( Put in last right – Total SP), SEPARATE SHEET WORKING OF MRP</a:t>
            </a:r>
          </a:p>
          <a:p>
            <a:pPr marL="342900" indent="-342900">
              <a:buAutoNum type="arabicPeriod"/>
            </a:pPr>
            <a:r>
              <a:rPr lang="en-IN" sz="1600" dirty="0"/>
              <a:t>MRP – Shoes ( TBD) – Discuss with ABHIJEET</a:t>
            </a:r>
          </a:p>
          <a:p>
            <a:pPr marL="342900" indent="-342900">
              <a:buAutoNum type="arabicPeriod"/>
            </a:pPr>
            <a:r>
              <a:rPr lang="en-IN" sz="1600" dirty="0"/>
              <a:t>SOCKS – 199 Strick – 169</a:t>
            </a:r>
          </a:p>
          <a:p>
            <a:pPr marL="342900" indent="-342900">
              <a:buAutoNum type="arabicPeriod"/>
            </a:pPr>
            <a:r>
              <a:rPr lang="en-IN" sz="1600" dirty="0"/>
              <a:t>Except </a:t>
            </a:r>
            <a:r>
              <a:rPr lang="en-IN" sz="1600" dirty="0" err="1"/>
              <a:t>iss</a:t>
            </a:r>
            <a:r>
              <a:rPr lang="en-IN" sz="1600" dirty="0"/>
              <a:t> – All same brand </a:t>
            </a:r>
          </a:p>
          <a:p>
            <a:pPr marL="342900" indent="-342900">
              <a:buAutoNum type="arabicPeriod"/>
            </a:pPr>
            <a:r>
              <a:rPr lang="en-IN" sz="1600" dirty="0"/>
              <a:t>ISS – Premium  Adidas/ </a:t>
            </a:r>
            <a:r>
              <a:rPr lang="en-IN" sz="1600" dirty="0" err="1"/>
              <a:t>Decath</a:t>
            </a:r>
            <a:endParaRPr lang="en-IN" sz="1600" dirty="0"/>
          </a:p>
          <a:p>
            <a:pPr marL="342900" indent="-342900">
              <a:buAutoNum type="arabicPeriod"/>
            </a:pPr>
            <a:r>
              <a:rPr lang="en-IN" sz="1600" dirty="0"/>
              <a:t>Free gift as parent t-shirt/ Voucher – 400 </a:t>
            </a:r>
            <a:r>
              <a:rPr lang="en-IN" sz="1600" dirty="0" err="1"/>
              <a:t>rs</a:t>
            </a:r>
            <a:r>
              <a:rPr lang="en-IN" sz="1600" dirty="0"/>
              <a:t> ( </a:t>
            </a:r>
            <a:r>
              <a:rPr lang="en-IN" sz="1600" dirty="0" err="1"/>
              <a:t>fo</a:t>
            </a:r>
            <a:r>
              <a:rPr lang="en-IN" sz="1600" dirty="0"/>
              <a:t> 1000 </a:t>
            </a:r>
            <a:r>
              <a:rPr lang="en-IN" sz="1600" dirty="0" err="1"/>
              <a:t>rs</a:t>
            </a:r>
            <a:r>
              <a:rPr lang="en-IN" sz="1600" dirty="0"/>
              <a:t> order)- Ideas</a:t>
            </a:r>
          </a:p>
          <a:p>
            <a:pPr marL="342900" indent="-342900">
              <a:buAutoNum type="arabicPeriod"/>
            </a:pPr>
            <a:r>
              <a:rPr lang="en-IN" sz="1600" dirty="0"/>
              <a:t>Include 1 </a:t>
            </a:r>
            <a:r>
              <a:rPr lang="en-IN" sz="1600" dirty="0" err="1"/>
              <a:t>waterbottle</a:t>
            </a:r>
            <a:r>
              <a:rPr lang="en-IN" sz="1600" dirty="0"/>
              <a:t> in the kit </a:t>
            </a:r>
          </a:p>
          <a:p>
            <a:pPr marL="342900" indent="-342900">
              <a:buAutoNum type="arabicPeriod"/>
            </a:pPr>
            <a:endParaRPr lang="en-IN" sz="1600" dirty="0"/>
          </a:p>
          <a:p>
            <a:pPr marL="342900" indent="-342900">
              <a:buAutoNum type="arabicPeriod"/>
            </a:pPr>
            <a:endParaRPr lang="en-IN" sz="1600" dirty="0"/>
          </a:p>
          <a:p>
            <a:pPr marL="342900" indent="-342900">
              <a:buAutoNum type="arabicPeriod"/>
            </a:pPr>
            <a:endParaRPr lang="en-IN" sz="1600" dirty="0"/>
          </a:p>
          <a:p>
            <a:pPr marL="342900" indent="-342900">
              <a:buAutoNum type="arabicPeriod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761222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4076</TotalTime>
  <Words>3301</Words>
  <Application>Microsoft Office PowerPoint</Application>
  <PresentationFormat>Widescreen</PresentationFormat>
  <Paragraphs>1488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Archana Dwibedy</cp:lastModifiedBy>
  <cp:revision>3</cp:revision>
  <dcterms:created xsi:type="dcterms:W3CDTF">2026-09-04T10:52:37Z</dcterms:created>
  <dcterms:modified xsi:type="dcterms:W3CDTF">2026-09-07T06:49:22Z</dcterms:modified>
</cp:coreProperties>
</file>